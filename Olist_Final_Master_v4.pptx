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Olist 판매자 성장 전략 보고서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가입 첫 달의 성공 경험이 플랫폼의 매출 8.7%를 결정합니다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데이터 분석팀 최종 보고서 | 2026-03-18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01. 문제 정의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판매자 수는 31.9% 폭증했으나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매출은 오히려 9.3% 하락하며 효율성 저하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2018년 신규 판매자 대거 유입 (전체의 41.5%)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하지만 매출 기여도(LTV)는 기대에 미치지 못함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단순히 머릿수만 채우는 질 낮은 성장의 징후</a:t>
            </a:r>
            <a:endParaRPr lang="en-US" sz="1400" dirty="0"/>
          </a:p>
        </p:txBody>
      </p:sp>
      <p:pic>
        <p:nvPicPr>
          <p:cNvPr id="6" name="Image 0" descr="images/01_month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02. 원인 분석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신규 가입자 10명 중 5명은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첫 판매 이후 "짐을 싸고 있습니다"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가입 첫 달 단 1건만 팔고 플랫폼을 떠나는 비중 50%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2018년 하반기로 갈수록 이탈 비중 급증 (27.8%)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초기 판매 경험 부족이 대량 이탈의 근본 원인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활성 판매자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이탈 비중(%)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2017.01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9.1%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2017.12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846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8.6%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2018.05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1,105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2018.07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1,238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27.8%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03. 분석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첫 달에 "3번의 성공"을 경험하면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생존율은 76.5%까지 수직 상승합니다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1건 판매 시 생존율: 43.5%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3건 이상 판매 시 생존율: 76.5% (압도적 격차)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딱 3번만 팔게 만들면 장기 파트너가 될 확률 폭등</a:t>
            </a:r>
            <a:endParaRPr lang="en-US" sz="1400" dirty="0"/>
          </a:p>
        </p:txBody>
      </p:sp>
      <p:pic>
        <p:nvPicPr>
          <p:cNvPr id="5" name="Image 0" descr="images/02_survival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04. 성장 시나리오 (AS-IS vs TO-BE)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신규 판매자 생존율 33%p 개선 시 → 플랫폼 전체 매출 8.7% 상승 기대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분석 지표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AS-IS (현재)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TO-BE (목표)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기대 효과 (GAP)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첫 달 평균 판매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1건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3건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+ 2건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장기 생존 확률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44%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77%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+ 33%p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생존 판매자 수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559명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982명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+ 423명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전체 매출 합계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31.0M R$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33.7M R$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+ 2.7M R$ (8.7%↑)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05. 액션 플랜 (Action Plan)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1단계: "첫 판매의 기쁨을 빠르게!" (초기 노출 지원)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신규 판매자 상품 검색 상위 노출 가중치 부여 (마중물 효과)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2단계: "딱 3번만 팔면 선물을 드려요!" (성공 보상)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3건 달성 시 수수료 인하 및 배송비 바우처 지원 (장사할 맛 나게 하기)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3단계: "포기하지 않게 곁에서 챙겨드려요!" (실시간 관리)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1건 판매 정체자 추출 후 먼저 도움 주기 (든든한 파트너 만들기)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결론 및 제언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• 신규 판매자의 생존은 플랫폼의 성장을 견인하는 "복리 엔진"입니다.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• "N=3"은 단순한 수치가 아닌 플랫폼의 체질 개선을 위한 핵심 KPI입니다.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• 한 번의 판매를 넘어 세 번의 성공을 돕는 파트너십이 8.7%의 성장을 만듭니다.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데이터 분석팀 신입사원 드림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2026-03-18T07:13:34Z</dcterms:created>
  <dcterms:modified xsi:type="dcterms:W3CDTF">2026-03-18T07:13:34Z</dcterms:modified>
</cp:coreProperties>
</file>