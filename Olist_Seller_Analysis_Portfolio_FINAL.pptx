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Olist 데이터 분석 포트폴리오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 성과 진단 및 리텐션 강화 전략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03. 20 | 분석 전문가 Portfolio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문제 정의: 판매자 폭증 속의 매출 정체</a:t>
            </a:r>
            <a:endParaRPr lang="en-US" sz="3200" dirty="0"/>
          </a:p>
        </p:txBody>
      </p:sp>
      <p:pic>
        <p:nvPicPr>
          <p:cNvPr id="3" name="Image 0" descr="images/portfolio_dual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77240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137160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분석의 시작점 (Core Issue)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내 판매자 수는 20개월간 약 6배 폭증(회색 막대)했으나,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매출액(빨간 선)은 정체 구간에 갇혔습니다.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이는 신규 판매자들이 플랫폼의 실질적인 매출 동력이 되지 못하고 있음을 시사하는 "성장의 불일치" 현상입니다.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원인 분석: 대량 유입과 동반된 대량 이탈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판매자(명)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이탈(명)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이탈률(%)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17-09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711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17-10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7.1%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판매자(명)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이탈(명)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이탈률(%)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17-11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10.5%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17-12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18-01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18-02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18-03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18-04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1,105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18-05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1,105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13.9%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18-06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1,165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16.4%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18-07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1,238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27.8%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18-08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1,261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1,261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100.0%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503920" y="109728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데이터가 말하는 원인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이탈자 수가 유입 속도만큼 빠르게 증가하고 있습니다.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2018년 중반부터 이탈 비중이 27.8%까지 급증하며, 유입된 판매자의 절반이 가입 첫 달에 단 1건만 팔고 플랫폼을 떠나는 "단건 이탈"이 주된 원인으로 밝혀졌습니다.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분석 결과: 정착을 위한 임계점 "N=3"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57200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첫 달 1건 판매 시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F53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생존율 44%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0"/>
            <a:ext cx="4572000" cy="320040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2860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첫 달 3건 이상 판매 시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생존율 77%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핵심 인사이트: 초기 30일 이내에 3번의 성공 경험을 만들어주는 것이 장기 파트너로 정착시키기 위한 결정적 지표입니다.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기대효과: 전략적 집중을 통한 매출 8.7% 증대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  <a:gridCol w="2583180"/>
                <a:gridCol w="25831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지표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AS-IS (현재)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TO-BE (목표)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효과 (GAP)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달 평균 판매 건수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1건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3건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+ 2건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장기 생존 확률 (180일+)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44%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77%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+ 33%p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장기 생존 판매자 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559명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982명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+ 423명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플랫폼 총 매출액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31.0M R$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33.7M R$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+ 2.7M R$ (8.7%↑)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액션 플랜: "첫 성공"을 돕는 3단계 케어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노출 지원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상품 검색 가중치 부여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루키 전용관 운영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51960" y="1371600"/>
            <a:ext cx="3657600" cy="411480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보상 인센티브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26280" y="32004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 달성 시 수수료 인하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지원 쿠폰 지급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657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밀착 품질 관리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21040" y="32004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판매자 1:1 상담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개선 가이드 발송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"사소한 3번의 성공이 모여 거대한 성장을 만듭니다."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2026-03-20T06:47:49Z</dcterms:created>
  <dcterms:modified xsi:type="dcterms:W3CDTF">2026-03-20T06:47:49Z</dcterms:modified>
</cp:coreProperties>
</file>